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2B33"/>
                </a:solidFill>
                <a:latin typeface="Calibri"/>
              </a:rPr>
              <a:t>Test perplexity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perplexity</c:v>
                </c:pt>
              </c:strCache>
            </c:strRef>
          </c:tx>
          <c:spPr>
            <a:solidFill>
              <a:srgbClr val="B9AEC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AE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7B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2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Unigram</c:v>
                  </c:pt>
                  <c:pt idx="1">
                    <c:v>Markov (order 2)</c:v>
                  </c:pt>
                  <c:pt idx="2">
                    <c:v>LSTM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88.32</c:v>
                </c:pt>
                <c:pt idx="1">
                  <c:v>49.23</c:v>
                </c:pt>
                <c:pt idx="2">
                  <c:v>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2B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1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22. We turn piano MIDI into tokens, train two models to predict the next token, and generate music by sampling.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next-token prediction, like a language model for music.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reused the idea, not the numbers: the paper's metrics were inconsistent, so we built our own fair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tokenize, train, evaluate, generate,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Subset of 200 of 1,276 MAESTRO files, fixed seed. Split by piece so nothing leaks between train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is scored on exactly the same 361,845 target tokens, so the numbers are directly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unigram (no context) model is also reported as a sanity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every 500 steps on fixed windows; the best-validation checkpoint is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Loss: 4.4810 / 3.8966 / 2.3982. Perplexity 88.32 / 49.23 / 11.00.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Perplexity is the fairer metric; accuracy is useful for comparing models. Likely Q&amp;A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streamlit run app.py. Generate with the LSTM, then Markov, at temperature 1.0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explain: split by piece, what perplexity means, why accuracy is low, and every file in src/.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9418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Music with Machine Learning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9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vs LSTM on MAESTRO piano MIDI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mini-project  |  Team C-14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Krrish Singla (PES1UG24AM141)  |  Kasissnu Ssinha (PES1UG24AM130)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has local structure that can be learned from data; generating it is a clean test of sequence models.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(no. 22)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614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piano music with machine learning from real MIDI performances.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13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tokenizer, a Markov baseline and an LSTM; evaluate them fairly; ship a working demo.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CS229 reference vs our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CS229 reference (2018)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piano-midi.de MIDI, four models (Naive-Bayes-like, vanilla NN, LSTM, GRU)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plus a 15-person listening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test loss differs: 0.7986 (report) vs 0.6526 (poster); no LSTM 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Transformer, velocity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project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v3: 200 pieces, 3.24M training tokens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356-token event vocabulary (chords and real timing)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Unigram, Markov and LSTM under one shared evaluation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perplexity and accuracy on 361,845 held-out targets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overview: next-token prediction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37744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MIDI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9384" y="2167128"/>
            <a:ext cx="228600" cy="256032"/>
          </a:xfrm>
          <a:prstGeom prst="rightArrow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600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73736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37744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 event tokens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21024" y="2167128"/>
            <a:ext cx="228600" cy="256032"/>
          </a:xfrm>
          <a:prstGeom prst="rightArrow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1600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59352" y="237744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next token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12664" y="2167128"/>
            <a:ext cx="228600" cy="256032"/>
          </a:xfrm>
          <a:prstGeom prst="rightArrow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600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73736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50992" y="237744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and repeat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04304" y="2167128"/>
            <a:ext cx="228600" cy="256032"/>
          </a:xfrm>
          <a:prstGeom prst="rightArrow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16002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173736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42632" y="237744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.mid file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3832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repeated next-token prediction, decoded back into MIDI. We compare how well each model predicts, and how it sounds.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representation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94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pieces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piece 160 / 20 / 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3.24M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94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tokens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386,786 val | 363,359 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356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194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vocabulary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not fixed-grid notes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2926080" cy="640080"/>
          </a:xfrm>
          <a:prstGeom prst="rect">
            <a:avLst/>
          </a:prstGeom>
          <a:solidFill>
            <a:srgbClr val="2B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NOTE_ON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3474720"/>
            <a:ext cx="2926080" cy="640080"/>
          </a:xfrm>
          <a:prstGeom prst="rect">
            <a:avLst/>
          </a:prstGeom>
          <a:solidFill>
            <a:srgbClr val="5B3F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NOTE_OFF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474720"/>
            <a:ext cx="2286000" cy="640080"/>
          </a:xfrm>
          <a:prstGeom prst="rect">
            <a:avLst/>
          </a:prstGeom>
          <a:solidFill>
            <a:srgbClr val="E892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TIME_SHIFT (10 ms to 1 s)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pitch and real timing, handles chords, decodes to standard MIDI.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fair evaluation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and tokenize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pretty_midi reads each file (drums ignored); notes become NOTE_ON, NOTE_OFF and TIME_SHIFT events.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by piece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614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train, 20 validation, 20 test pieces with a fixed seed: no piece sits in two splits.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on shared targets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13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tokens are cut into 1,419 windows of 256; every token after the first is a target (361,845 in total).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same tokens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 baseline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Order-2 n-gram: counts what follows the last two tokens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off to shorter contexts when unseen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90/10 mix with smoothed unigram probabilities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interpretable, but sees only two tokens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recurrent layers, 256 hidden units, 128-d embeddings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1,058,660 parameters, dropout 0.2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8,000 steps on random 256-token windows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255 tokens of context; exported to numpy for the demo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3200" dirty="0"/>
          </a:p>
        </p:txBody>
      </p:sp>
      <p:pic>
        <p:nvPicPr>
          <p:cNvPr id="3" name="Image 0" descr="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206240" cy="2688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validation loss converge: no overfitting.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80160"/>
          <a:ext cx="3749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468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128-d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layers x 256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1,058,660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Adam, lr 1e-3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clip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windows x 256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 (about 1.9 h, CPU)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validation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the LSTM wins on every metric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5778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32.17%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3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18.58%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514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(order 2)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11.89%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unigram 4.48, Markov 3.90, LSTM 2.40. Same 361,845 held-out targets for every model.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Analysis: what the numbers mean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LSTM wins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sees two tokens; the LSTM uses up to 255 tokens of context and generalizes beyond exact lookups.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463040"/>
            <a:ext cx="457200" cy="45720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accuracy is only 32%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top-1 over 356 tokens; many continuations are valid and timing tokens differ by only 10 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perplexity 11 means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 the LSTM is as unsure as a choice among 11 tokens, against 49 for Markov and 88 with no context.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and live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32 tokens from a test piece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the next token, repeat, decode to .mid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sets randomness; top-k 20 keeps likely tokens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demo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model, length, temperature, top-k and seed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 the browser, piano roll, .mid download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from numpy weights: no torch needed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023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github.com/krrishsingla11/Music-Generation-ML-Mini-Project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perplexity 11.0 vs 49.2 for Markov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32.2% vs 18.6%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prediction does not automatically mean better music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373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velocity, key or meter modelling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of 1,276 pieces; listening survey not run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velocity tokens, more data, a Transformer, a listener study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731520"/>
            <a:ext cx="1005840" cy="1005840"/>
          </a:xfrm>
          <a:prstGeom prst="ellipse">
            <a:avLst/>
          </a:prstGeom>
          <a:solidFill>
            <a:srgbClr val="E8920C"/>
          </a:solidFill>
          <a:ln w="12700">
            <a:solidFill>
              <a:srgbClr val="E892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0332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9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github.com/krrishsingla11/Music-Generation-ML-Mini-Project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Krrish Singla (PES1UG24AM141)  |  Kasissnu Ssinha (PES1UG24AM130)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Music with Machine Learning</dc:title>
  <dc:subject>PptxGenJS Presentation</dc:subject>
  <dc:creator>PptxGenJS</dc:creator>
  <cp:lastModifiedBy>PptxGenJS</cp:lastModifiedBy>
  <cp:revision>1</cp:revision>
  <dcterms:created xsi:type="dcterms:W3CDTF">2026-10-13T08:57:32Z</dcterms:created>
  <dcterms:modified xsi:type="dcterms:W3CDTF">2026-10-13T08:57:32Z</dcterms:modified>
</cp:coreProperties>
</file>